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56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B5E3-DC73-61BC-08C5-E54B59BF7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DDC8CE-FEB8-3561-82A9-AC3BB71C2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23E72-E67F-FFFF-4390-5EF84AC9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5EB5-45FB-4462-8675-94FF3AC45DC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E4634-994C-0A33-222E-BD1051300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5583A-8B36-6724-7B99-A1AC44AF7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FBED-F20E-4872-A1CB-2EF7A76CF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9456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424A-3420-7924-9D21-291340AA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4B770-8223-5C3D-07BD-FD88DFC4B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A6520-1FEB-2746-1C71-BFFB3C81C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5EB5-45FB-4462-8675-94FF3AC45DC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B70C-E989-7924-D7BF-A352CE04B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0776E-E7AF-8794-0BD8-6482B1BD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FBED-F20E-4872-A1CB-2EF7A76CF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745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4E619-F59B-CB2A-BF01-6363370B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CF956-8AB7-6BD3-E7B3-9688BD828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81296-A0CF-ABD7-9574-1BA204E52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5EB5-45FB-4462-8675-94FF3AC45DC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BD72C-5649-4D15-B007-682766772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554C6-0734-24B8-826A-634A8BB16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FBED-F20E-4872-A1CB-2EF7A76CF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617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4032-332A-E393-AFC4-29EC069B7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93CAD-794D-550D-EDE8-B289D3658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F4938-4272-8656-9BAA-D40B07D73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23C66-0075-0442-5687-7ED36B8B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5EB5-45FB-4462-8675-94FF3AC45DC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B94C8-8EAC-7E84-4C98-14BB7311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FF141-D674-DB38-027A-85D5A5CC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FBED-F20E-4872-A1CB-2EF7A76CF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918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14AB5-85D2-DAF4-6223-C2568EF2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832F8-66AA-DCF9-0476-DCE3B0B5D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C2C20-6C8B-2A4A-BAAF-9BC8BDC42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825907-2C49-55EF-BA44-223D436ABA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8B03C-092C-74A9-B8D2-2C99A64F1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39F31-BBDE-9C90-30CD-0CE89F07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5EB5-45FB-4462-8675-94FF3AC45DC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1664A-1BA5-2E3C-39A0-EC3A07BDF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9C042-176E-6EB2-9023-87AC2C0E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FBED-F20E-4872-A1CB-2EF7A76CF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847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1F43F-712D-623F-BE89-D8F155E8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43B0D-4C96-2775-C5A6-0EBDE842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5EB5-45FB-4462-8675-94FF3AC45DC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AE64C-7F23-CC18-47D5-D47FCE0A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46C8F-2C10-330E-A327-DADC972E6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FBED-F20E-4872-A1CB-2EF7A76CF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19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0EDC14-41BE-39C2-6F1E-A7B027111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5EB5-45FB-4462-8675-94FF3AC45DC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7FAF7F-64E4-576C-76E6-E19B01E10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C80E0-CB4F-E134-C893-F59F30E15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FBED-F20E-4872-A1CB-2EF7A76CF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77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F876A-C229-C96F-E0AA-6C58738F6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DBB25-77E1-21A5-1EFF-BCB43B739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0AB74-D9C3-7AF1-3122-0D3C80A0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C2B28-E964-15F0-EA27-D629F8738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5EB5-45FB-4462-8675-94FF3AC45DC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3CDEE-F300-6E48-BB64-A34E34BB9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D32DC-25C6-5C04-557F-2680EDB5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FBED-F20E-4872-A1CB-2EF7A76CF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027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217C1-3E69-D6E9-89D8-61F94F3C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8049BE-6600-2456-1927-C15A9D051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55860-32E2-A2FD-AE23-F197EB9EA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7E3ED-2B58-1D8E-A349-4147BB63F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5EB5-45FB-4462-8675-94FF3AC45DC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1A29C-2F71-9702-1916-83E67FE3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85224-70B8-E909-640F-6BE64FFBF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FBED-F20E-4872-A1CB-2EF7A76CF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895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7CE0B-194C-80FB-9166-F958663E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DCE8B-9D85-46F6-4C54-069743E0A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B00CB-0D3D-3ACE-0C49-E8A41667F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5EB5-45FB-4462-8675-94FF3AC45DC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78B30-4E4D-1C7B-EE24-DB509AC3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4DB10-D632-BC3C-BA85-73BE15F1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FBED-F20E-4872-A1CB-2EF7A76CF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152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5BF0F8-CD05-E40A-DE0D-3EA636BB0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07D1FC-8458-BC52-3D68-E6CC56B2D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05CD6-0BA9-F81E-465B-AC40B898F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5EB5-45FB-4462-8675-94FF3AC45DC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BC218-0A8D-3930-6F48-E61F43FE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F553C-18A8-382A-5B68-E1EF926C3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FBED-F20E-4872-A1CB-2EF7A76CF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61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343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B702D0-B185-CBA8-C727-0D8896988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1D7FD-229A-4D76-5594-89F414BC1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77FB4-D148-CF65-E66C-D9A29486D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65EB5-45FB-4462-8675-94FF3AC45DC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53826-3DF0-87E6-88DC-49414C3F2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58568-FFED-036D-4C74-457E5BBF5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A1FBED-F20E-4872-A1CB-2EF7A76CF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99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Regulatory Assistant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Instant, Reliable Way to Answer Regulatory Questions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88788" y="3921568"/>
            <a:ext cx="411480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38688" y="1361440"/>
            <a:ext cx="5548044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teams rely on a large number of circulars, master directions, and updates from SEBI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clause today means manually opening and searching through many lengthy PDF documents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spend significant time scanning long documents to find a single fact, number, or rule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details can be missed when reading is rushed, leading to slower decisions or incorrect interpretations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easy way to ask a plain question and instantly find which document an answer came from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06640" y="1371600"/>
            <a:ext cx="420624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of a long SEBI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employees currently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through manually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C4BE5F-7417-742C-D594-8706C0DAB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536" y="1325880"/>
            <a:ext cx="5108904" cy="45330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690" y="39767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17651" y="1371599"/>
            <a:ext cx="4816990" cy="39681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chat assistant that answers regulatory questions in plain English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type a question the same way they would ask a colleague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reads through all indexed documents in seconds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responds with a short, direct answer along with the exact document and page it came from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searching, no scrolling through hundreds of pages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82DA85-5E19-614F-6DAE-22B343909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955" y="1129198"/>
            <a:ext cx="4223022" cy="45124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types a question in plain language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91256" y="2743200"/>
            <a:ext cx="155448" cy="0"/>
          </a:xfrm>
          <a:prstGeom prst="line">
            <a:avLst/>
          </a:prstGeom>
          <a:noFill/>
          <a:ln w="19050">
            <a:solidFill>
              <a:srgbClr val="7671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2834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searches every document for the most relevant information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25896" y="2743200"/>
            <a:ext cx="155448" cy="0"/>
          </a:xfrm>
          <a:prstGeom prst="line">
            <a:avLst/>
          </a:prstGeom>
          <a:noFill/>
          <a:ln w="19050">
            <a:solidFill>
              <a:srgbClr val="7671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7373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a short, direct answer using only what it found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60536" y="2743200"/>
            <a:ext cx="155448" cy="0"/>
          </a:xfrm>
          <a:prstGeom prst="line">
            <a:avLst/>
          </a:prstGeom>
          <a:noFill/>
          <a:ln w="19050">
            <a:solidFill>
              <a:srgbClr val="7671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52560" y="155448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52560" y="17373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05256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235440" y="2834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shows exactly which document and page it came from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scenes, the system combines meaning-based search with keyword search, then double-checks the results before answering,  so the answer is both accurate and traceable.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468880"/>
            <a:ext cx="1088136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463040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seconds instead of minutes of manual document searching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1088136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2606040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traceable to its exact source, reducing compliance errors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88136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3749040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gets the same accurate answer, regardless of experience level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897880"/>
            <a:ext cx="1088136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4892040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approach extends to legal, HR, or product documents in the future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Use Case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783079"/>
            <a:ext cx="5303055" cy="27630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mutual fund distributor has been approached by a new investor who wants to invest in a debt scheme. Before recommending the product, the distributor's compliance team wants to confirm exactly what must be disclosed to the investor regarding commissions earned, to avoid a regulatory breach.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Previously: open the relevant master circular, scroll through dozens of pages, manually locate the clause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type the question directly into the assistant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4737303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5119777"/>
            <a:ext cx="586941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 answer is returned in seconds, with the exact circular and page number cited for verification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7E1793-E9A4-5DDC-4BF3-7080FDA29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97269"/>
            <a:ext cx="5991798" cy="5085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Answers Can Be Trusted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22243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only uses information found inside the uploaded documents - it does not guess or make up facts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includes the exact document name and page number it was drawn from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documents do not contain an answer, the assistant says so clearly instead of providing a wrong answer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every response easy to verify before being relied upon for a business or compliance decision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8D70BB-5099-292B-5911-89CE0F48F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798" y="1097280"/>
            <a:ext cx="603284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bigger LLM for a wider contextual window and better answer generation.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assistant to other document types, such as legal contracts, HR policies, or product manuals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 for follow-up questions within the same conversation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new documents to be added without rebuilding the entire system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126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170</TotalTime>
  <Words>562</Words>
  <Application>Microsoft Office PowerPoint</Application>
  <PresentationFormat>Widescreen</PresentationFormat>
  <Paragraphs>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SEBI Mutual Fund Assistant - Business Overview</dc:title>
  <dc:subject>PptxGenJS Presentation</dc:subject>
  <dc:creator>Pratham</dc:creator>
  <cp:lastModifiedBy>Pratham Asthana</cp:lastModifiedBy>
  <cp:revision>8</cp:revision>
  <dcterms:created xsi:type="dcterms:W3CDTF">2026-06-16T08:19:11Z</dcterms:created>
  <dcterms:modified xsi:type="dcterms:W3CDTF">2026-06-16T11:40:51Z</dcterms:modified>
</cp:coreProperties>
</file>